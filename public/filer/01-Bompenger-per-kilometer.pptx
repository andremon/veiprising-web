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Antall (tusen)</c:v>
                </c:pt>
              </c:strCache>
            </c:strRef>
          </c:tx>
          <c:spPr>
            <a:solidFill>
              <a:srgbClr val="8A7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AE7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7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73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C14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Bensin</c:v>
                  </c:pt>
                  <c:pt idx="1">
                    <c:v>Diesel</c:v>
                  </c:pt>
                  <c:pt idx="2">
                    <c:v>Elektrisk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676</c:v>
                </c:pt>
                <c:pt idx="1">
                  <c:v>943</c:v>
                </c:pt>
                <c:pt idx="2">
                  <c:v>945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E8EAE7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AA3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4"/>
        </a:solidFill>
        <a:ln>
          <a:noFill/>
        </a:ln>
        <a:effectLst/>
      </c:spPr>
    </c:plotArea>
    <c:plotVisOnly val="1"/>
    <c:dispBlanksAs val="span"/>
  </c:chart>
  <c:spPr>
    <a:solidFill>
      <a:srgbClr val="121614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1732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9456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97180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4904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2628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30352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8076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63524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8972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96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74420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1521440" y="6355080"/>
            <a:ext cx="457200" cy="64008"/>
          </a:xfrm>
          <a:prstGeom prst="rect">
            <a:avLst/>
          </a:prstGeom>
          <a:solidFill>
            <a:srgbClr val="F2C14E">
              <a:alpha val="6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REGNESTYKKE TIL FREMSKRITTSPARTIET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Bompenger per kilometer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ville én kjørt kilometer kostet om bompengene ble fjernet og fordelt flatt på all kjøring – slik at nye, tryggere veier tas i bruk fra dag én?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35–85</a:t>
            </a:r>
            <a:pPr indent="0" marL="0">
              <a:buNone/>
            </a:pPr>
            <a:r>
              <a:rPr lang="en-US" sz="2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øre/km</a:t>
            </a:r>
            <a:endParaRPr lang="en-US" sz="5800" dirty="0"/>
          </a:p>
        </p:txBody>
      </p:sp>
      <p:sp>
        <p:nvSpPr>
          <p:cNvPr id="21" name="Text 19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Avsender: [Ditt navn]  ·  [din e-post]  ·  Oslo, juni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UTGANGSPUNKTET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enkelt spørsmål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71600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Bompenger kreves inn ujevnt: null på de fleste veier, mye gjennom bomringene. 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Tenk deg i stedet at hele beløpet ble fjernet som bomstasjoner og fordelt likt på hver kilometer som kjøres i Norge – krevd inn direkte, for eksempel via forsikringen.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ville prisen per kilometer da blitt – og hvilke veier ville folk faktisk brukt?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039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DET ER INTERESSANT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237744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Synliggjør den reelle gjennomsnittskostnaden ved bilbruk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Behandler all kjøring likt, uansett hvor du bor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Nye, trygge veier blir brukt fra dag én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Fjerner en dyr innkrevingsmaskin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 I PRAKSIS · E39 KRISTIANSAND–MANDAL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nye veien folk velger bort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760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nye firefelts E39 halverte reisetiden og er langt tryggere. Den gamle veien har hatt mange alvorlige ulykker og dødsfall. </a:t>
            </a:r>
            <a:endParaRPr lang="en-US" sz="1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Likevel velger nesten halvparten den gamle, farligere veien – for å slippe bompengene. Samfunnet har betalt for sikkerhet det ikke får brukt.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675120" y="178308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949440" y="18928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~47 %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961120" y="18928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velger fortsatt den gamle veien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75120" y="297180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49440" y="308152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 kr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961120" y="30815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personbil én vei på ny E39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75120" y="4160520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949440" y="427024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762 kr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961120" y="42702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lastebil tur–retur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Strekningen kostet 4,7 mrd kr å bygge. Takstene ble økt over 30 % i 2024. Kilde: Stortinget (representantforslag), Nye Veier.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7332"/>
                </a:solidFill>
                <a:latin typeface="Calibri"/>
              </a:rPr>
              <a:t>PROBLEMET FORVERRES · SOTRASAMBANDET (2026)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60120"/>
            <a:ext cx="566928" cy="566928"/>
          </a:xfrm>
          <a:prstGeom prst="round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033271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E8EAE7"/>
                </a:solidFill>
                <a:latin typeface="Cambria"/>
              </a:rPr>
              <a:t>Kostnadssprekk og prissjokk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760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E8EAE7"/>
                </a:solidFill>
                <a:latin typeface="Calibri"/>
              </a:rPr>
              <a:t>Sotrasambandet mellom Bergen og Øygarden har en totalramme på 23,1 mrd kr. Entreprenøren (Webuild, FCC, SK Ecoplant) krever rundt 7 mrd kr ekstra for kostnadssprekk. Statens vegvesen viser til fastpris i OPS-kontrakten og har gått med på 90 mill.</a:t>
            </a:r>
          </a:p>
          <a:p>
            <a:pPr algn="l">
              <a:lnSpc>
                <a:spcPct val="115000"/>
              </a:lnSpc>
            </a:pPr>
            <a:r>
              <a:rPr sz="1600">
                <a:solidFill>
                  <a:srgbClr val="E8EAE7"/>
                </a:solidFill>
                <a:latin typeface="Calibri"/>
              </a:rPr>
              <a:t>Konflikten er fastlåst, regjeringen har avvist å gripe inn, og åpningen er utsatt til tidligst 4. kvartal 2027.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83080"/>
            <a:ext cx="4846320" cy="1051560"/>
          </a:xfrm>
          <a:prstGeom prst="roundRect">
            <a:avLst/>
          </a:prstGeom>
          <a:solidFill>
            <a:srgbClr val="1C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92807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2C14E"/>
                </a:solidFill>
                <a:latin typeface="Consolas"/>
              </a:rPr>
              <a:t>~74 kr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92807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>
                <a:solidFill>
                  <a:srgbClr val="E8EAE7"/>
                </a:solidFill>
                <a:latin typeface="Calibri"/>
              </a:rPr>
              <a:t>per passering ved åpning – opptil 3 500 kr/mnd for pendlere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971800"/>
            <a:ext cx="4846320" cy="1051560"/>
          </a:xfrm>
          <a:prstGeom prst="roundRect">
            <a:avLst/>
          </a:prstGeom>
          <a:solidFill>
            <a:srgbClr val="1C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081528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2C14E"/>
                </a:solidFill>
                <a:latin typeface="Consolas"/>
              </a:rPr>
              <a:t>7 mrd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081528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>
                <a:solidFill>
                  <a:srgbClr val="E8EAE7"/>
                </a:solidFill>
                <a:latin typeface="Calibri"/>
              </a:rPr>
              <a:t>entreprenørens krav – Vegvesenet tilbyr 90 mill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160520"/>
            <a:ext cx="4846320" cy="1051560"/>
          </a:xfrm>
          <a:prstGeom prst="roundRect">
            <a:avLst/>
          </a:prstGeom>
          <a:solidFill>
            <a:srgbClr val="1C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270248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2C14E"/>
                </a:solidFill>
                <a:latin typeface="Consolas"/>
              </a:rPr>
              <a:t>23,1 mrd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270248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>
                <a:solidFill>
                  <a:srgbClr val="E8EAE7"/>
                </a:solidFill>
                <a:latin typeface="Calibri"/>
              </a:rPr>
              <a:t>prosjektets totalramme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707873"/>
                </a:solidFill>
                <a:latin typeface="Calibri"/>
              </a:rPr>
              <a:t>Kilde: BT, BA og Nettavisen (2026). En ny godshavn på Ågotnes kan stå ferdig i 2028 uten at firefeltsveien inn til Bergen er klar. Eksempelet viser begge problemene på én gang: prosjektvis bomfinansiering gir prissjokk, og gjelden vokser mens veien forsinkes.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TALLGRUNNLAGET · TO NASJONALE STØRRELSER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trengs bare to tall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16,8</a:t>
            </a:r>
            <a:pPr indent="0" marL="0">
              <a:buNone/>
            </a:pPr>
            <a:r>
              <a:rPr lang="en-US" sz="22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mrd kr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Bompenger innkrevd i Norge i 2025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Statens vegvesen (2025)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</a:t>
            </a:r>
            <a:pPr indent="0" marL="0">
              <a:buNone/>
            </a:pPr>
            <a:r>
              <a:rPr lang="en-US" sz="22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mrd km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675120" y="3703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Samlet kjørelengde, alle registrerte kjøretøy per år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7512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SSB (personbiler 35,4 mrd km i 2024)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Beløp i milliarder kroner delt på milliarder kilometer gir svaret rett i kroner per kilometer.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GRUNNREGNESTYKKET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Bompenger fordelt flatt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754880" cy="3200400"/>
          </a:xfrm>
          <a:prstGeom prst="roundRect">
            <a:avLst>
              <a:gd name="adj" fmla="val 3429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01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GJENNOMSNITTLIG KOSTNAD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35–47</a:t>
            </a:r>
            <a:pPr indent="0" marL="0">
              <a:buNone/>
            </a:pPr>
            <a:r>
              <a:rPr lang="en-US" sz="22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øre/km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Avhengig av om kostnaden fordeles på personbiler alene (47 øre) eller på alle kjøretøy (35 øre).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60720" y="2194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16,8 mrd kr</a:t>
            </a:r>
            <a:pPr indent="0" marL="0">
              <a:buNone/>
            </a:pPr>
            <a:r>
              <a:rPr lang="en-US" sz="1700" dirty="0">
                <a:solidFill>
                  <a:srgbClr val="9AA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bompenger</a:t>
            </a:r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÷  </a:t>
            </a:r>
            <a:pPr indent="0" marL="0">
              <a:buNone/>
            </a:pPr>
            <a:r>
              <a:rPr lang="en-US" sz="1700" b="1" dirty="0">
                <a:solidFill>
                  <a:srgbClr val="E8EA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35–45 mrd km</a:t>
            </a:r>
            <a:pPr indent="0" marL="0">
              <a:buNone/>
            </a:pPr>
            <a:r>
              <a:rPr lang="en-US" sz="1700" dirty="0">
                <a:solidFill>
                  <a:srgbClr val="9AA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kjørt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760720" y="2971800"/>
            <a:ext cx="5760720" cy="2240280"/>
          </a:xfrm>
          <a:prstGeom prst="roundRect">
            <a:avLst>
              <a:gd name="adj" fmla="val 4082"/>
            </a:avLst>
          </a:prstGeom>
          <a:solidFill>
            <a:srgbClr val="201A1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08076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 FORBEHOLD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3566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er et rent gjennomsnitt. I praksis betales ingenting på de aller fleste kilometer, mens kjøring gjennom bomringene koster langt mer. Tallet viser den teoretiske flate satsen – ikke hva en enkelt bilist betaler i dag.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JUSTERINGER FOR ET RIKTIGERE BILDE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Trekk fra drift, legg til veibruksavgift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012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Fjern driftskostnaden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Bomstasjonene koster 1,03 mrd kr å drifte (6,1 % i 2025). Ved direkte innkreving via forsikring forsvinner det meste av dette.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29400" y="2148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3609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Inkluder veibruksavgift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629400" y="27889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Veibruksavgiften (~14,5 mrd kr) er allerede en avgift på kjøring, lagt på drivstoff. Slå den sammen til én flat per-km-sats.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201A1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6012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BEGGE JUSTERINGENE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4800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67–85</a:t>
            </a:r>
            <a:pPr indent="0" marL="0">
              <a:buNone/>
            </a:pPr>
            <a:r>
              <a:rPr lang="en-US" sz="22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øre/km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6583680" y="4572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mrd kr fordelt på all kjøring. Fortsatt et gjennomsnitt – men nå for den samlede avgiftsbelastningen på veibruk.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TIDSPERSPEKTIVET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Elbil-konvergensen gjør modellen mer rettferdig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dag betaler elbiler ingen veibruksavgift. Men forskjellen mellom el- og fossilbiler viskes raskt ut – full moms på elbil er varslet fra 2027. Når «alle betaler det samme» blir realiteten, er det nettopp en flat per-km-sats for alle kjøretøy som gir mening.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85216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Personbilbestand etter drivstoff – utgangen av 2025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852160" y="219456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85216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SSB. Tall i tusen registrerte personbiler.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4800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Nesten like mange elbiler som dieselbiler – gapet i avgift er ikke lenger holdbart.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KJERNEPOENGET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 vei tatt i bruk fra dag én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01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DAG – PROSJEKTVIS BOMFINANSIERING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Hvert veiprosjekt får sin egen, høye bompengeandel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Prisen på én strekning kan bli avskrekkende høy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Trafikken velger den gamle, farligere veien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Sikkerheten samfunnet betalte for, blir ikke brukt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201A1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294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FLAT VEIPRISING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56032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 sats uansett hvilken vei du kjører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straff for å bruke den nyeste, tryggeste veien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Tunge kjøretøy og personbiler bruker ny vei fra åpningsdagen</a:t>
            </a:r>
            <a:endParaRPr lang="en-US" sz="15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Investeringen gir sikkerhet og kortere reisetid umiddelbart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ny vei bør tas i bruk når den står ferdig – ikke etter lange diskusjoner om pris og bompengeandel.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GJELDSPROBLEMET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Bompengefjellet: 72 milliarder i gjeld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012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SAMLET BOMPENGEGJELD (2024)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pPr indent="0" marL="0">
              <a:buNone/>
            </a:pPr>
            <a:r>
              <a:rPr lang="en-US" sz="22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mrd kr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den vokser: +7 mrd kr bare i 2024, fordi nye prosjekter stadig lånefinansieres med bompenger.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01168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201A1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2940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 mrd kr/år</a:t>
            </a:r>
            <a:pPr indent="0" marL="0">
              <a:buNone/>
            </a:pPr>
            <a:r>
              <a:rPr lang="en-US" sz="1800" dirty="0">
                <a:solidFill>
                  <a:srgbClr val="9AA3A0"/>
                </a:solidFill>
              </a:rPr>
              <a:t>  i renter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2940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øre av hver kjørte kilometer går bare til renter — penger som aldri blir vei.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3657600"/>
            <a:ext cx="5212080" cy="1810512"/>
          </a:xfrm>
          <a:prstGeom prst="roundRect">
            <a:avLst>
              <a:gd name="adj" fmla="val 5882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2940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LØSNINGEN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29400" y="4206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 staten eller Oljefondet overta gjelda, forsvinner rentekostnaden. Staten låner dessuten billigere enn bompengeselskapene.</a:t>
            </a:r>
            <a:endParaRPr lang="en-US" sz="1450" dirty="0"/>
          </a:p>
          <a:p>
            <a:r>
              <a:rPr sz="1250" b="1">
                <a:solidFill>
                  <a:srgbClr val="F2C14E"/>
                </a:solidFill>
                <a:latin typeface="Calibri"/>
              </a:rPr>
              <a:t>Presedens: staten la nettopp om Norske tog (2025) til statlig lånefinansiering.</a:t>
            </a:r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veier er greit — men finansiert gjennom den flate satsen, ikke ved å bygge bompengefjellet høyere.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FORSLAGET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jeg ber partiet vurdere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15544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Utred flat veiprising.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Provenynøytral km-sats som erstatter bompengene, beregnet av Finansdepartementet.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63040" y="224942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veier brukt fra dag én.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 sats fjerner straffen som holder trafikk borte fra nye, trygge veier.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962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94436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system, ikke 50 bomringer.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innkreving fjerner nær 300 bomstasjoner og over én milliard i årlig drift.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63040" y="363931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staten overta gjelda.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mrd nedbetales, og ~3 mrd kr i årlige renter forsvinner fra regninga.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352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63040" y="433425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Byene beholder sitt.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Byvekst-områder får en høyere, sonebasert sats – finansiering og kø-styring, uten bomstasjoner.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5047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463040" y="50292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 sats for alle kjøretøy.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Også MC og moped, vektet etter vekt; lik uansett drivstoff når elbilfordelene fases ut.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585216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201A1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51560" y="59070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 nødvendigvis lavere totalregning – men forutsigbart, rettferdig, og uten at trygge veier står ubrukt eller at renter spiser opp pengene.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 SELV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åpen kalkulator alle kan prøve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 har laget en interaktiv kalkulator der hvem som helst kan justere tallene – bompenger, statlig andel, tungtransport, gjeld og rente – og se per-km-satsen oppdatere seg i sanntid. Hvert argument har sin egen knapp. Den finnes som webapp og som app for Android og Windows.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040880" y="1920240"/>
            <a:ext cx="4480560" cy="2560320"/>
          </a:xfrm>
          <a:prstGeom prst="roundRect">
            <a:avLst>
              <a:gd name="adj" fmla="val 4286"/>
            </a:avLst>
          </a:prstGeom>
          <a:solidFill>
            <a:srgbClr val="1C2320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360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PRØV KALKULATOREN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6092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din-nettside.no ]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6092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Erstatt med adressen til nettsiden du setter opp.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092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Åpen kildekode · ingen innlogging · ingen sporing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tall er oppdaterbare og kildebelagte, slik at beregningen kan etterprøves og justeres når nye årstall foreligger.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KILDER OG FORBEHOLD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566928" cy="566928"/>
          </a:xfrm>
          <a:prstGeom prst="ellipse">
            <a:avLst/>
          </a:prstGeom>
          <a:solidFill>
            <a:srgbClr val="F2C14E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03382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A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Tallgrunnlag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Bompenger: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Statens vegvesen – 16,8 mrd kr innkrevd i 2025 (foreløpige tall). Driftskostnad 1,03 mrd kr (6,1 %).</a:t>
            </a:r>
            <a:endParaRPr lang="en-US" sz="150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Kjørelengde: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– personbiler 35,4 mrd km (2024); alle kjøretøy anslagsvis ~45 mrd km.</a:t>
            </a:r>
            <a:endParaRPr lang="en-US" sz="150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Veibruksavgift: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Statsbudsjettet – proveny anslått til ~14–15 mrd kr, fallende med økende elbilandel.</a:t>
            </a:r>
            <a:endParaRPr lang="en-US" sz="150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Bilbestand: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– 676 000 bensin, 943 000 diesel, 945 000 elbiler (utgangen av 2025).</a:t>
            </a:r>
            <a:endParaRPr lang="en-US" sz="150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E39 Kristiansand–Mandal: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Stortinget (representantforslag 2024–25) og Nye Veier – trafikklekkasje, takster og byggekostnad.</a:t>
            </a:r>
            <a:endParaRPr lang="en-US" sz="150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E8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Bompengegjeld og renter: </a:t>
            </a:r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 og Statens vegvesen (bompengeinnkreving 2024) – 72,1 mrd kr i gjeld, snittrente 3,3 % (2022, stigende).</a:t>
            </a:r>
            <a:endParaRPr lang="en-US" sz="1500" dirty="0"/>
          </a:p>
          <a:p>
            <a:r>
              <a:rPr sz="1500" b="1">
                <a:solidFill>
                  <a:srgbClr val="E8EAE7"/>
                </a:solidFill>
                <a:latin typeface="Calibri"/>
              </a:rPr>
              <a:t>Sotrasambandet: </a:t>
            </a:r>
            <a:r>
              <a:rPr sz="1500" b="0">
                <a:solidFill>
                  <a:srgbClr val="9AA3A0"/>
                </a:solidFill>
                <a:latin typeface="Calibri"/>
              </a:rPr>
              <a:t>BT, BA og Nettavisen (2026) – totalramme 23,1 mrd, entreprenørkrav 7 mrd, bompengetakst ~74 kr ved åpning.</a:t>
            </a:r>
          </a:p>
          <a:p>
            <a:r>
              <a:rPr sz="1500" b="1">
                <a:solidFill>
                  <a:srgbClr val="E8EAE7"/>
                </a:solidFill>
                <a:latin typeface="Calibri"/>
              </a:rPr>
              <a:t>Presedens statlig lånefinansiering: </a:t>
            </a:r>
            <a:r>
              <a:rPr sz="1500" b="0">
                <a:solidFill>
                  <a:srgbClr val="9AA3A0"/>
                </a:solidFill>
                <a:latin typeface="Calibri"/>
              </a:rPr>
              <a:t>regjeringen.no (24.06.2025) – Norske tog lagt om fra markedslån til statlig lånefinansiering, jf. Prop. 146 S (2024–2025).</a:t>
            </a:r>
          </a:p>
        </p:txBody>
      </p:sp>
      <p:sp>
        <p:nvSpPr>
          <p:cNvPr id="7" name="Text 4"/>
          <p:cNvSpPr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70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Forbehold: Beregningene er gjennomsnitt og ment som grunnlag for diskusjon, ikke som ferdig avgiftsmodell. Kjørelengdetall inkluderer kjøring på utenlandske veier; bompenger gjelder kun norske veier.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Bompenger per kilometer</dc:title>
  <dc:subject>PptxGenJS Presentation</dc:subject>
  <dc:creator>Veiprising</dc:creator>
  <cp:lastModifiedBy>Veiprising</cp:lastModifiedBy>
  <cp:revision>1</cp:revision>
  <dcterms:created xsi:type="dcterms:W3CDTF">2026-06-14T13:26:57Z</dcterms:created>
  <dcterms:modified xsi:type="dcterms:W3CDTF">2026-06-14T13:26:57Z</dcterms:modified>
</cp:coreProperties>
</file>